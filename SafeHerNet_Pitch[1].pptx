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endParaRPr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F53306-441D-89F3-8BFB-58AF2763F699}"/>
              </a:ext>
            </a:extLst>
          </p:cNvPr>
          <p:cNvSpPr/>
          <p:nvPr/>
        </p:nvSpPr>
        <p:spPr>
          <a:xfrm>
            <a:off x="3819832" y="3024085"/>
            <a:ext cx="4817807" cy="35592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Women are more active online than ever—learning, working, leading.</a:t>
            </a:r>
          </a:p>
          <a:p>
            <a:pPr lvl="0"/>
            <a:r>
              <a:rPr lang="en-IN" dirty="0"/>
              <a:t>But face harsher risks: harassment, identity theft, deepfakes, bullying.</a:t>
            </a:r>
          </a:p>
          <a:p>
            <a:pPr lvl="0"/>
            <a:r>
              <a:rPr lang="en-IN" dirty="0"/>
              <a:t>8 in 10 women avoid reporting online abuse due to stigma.</a:t>
            </a:r>
          </a:p>
          <a:p>
            <a:pPr lvl="0"/>
            <a:r>
              <a:rPr lang="en-IN" dirty="0"/>
              <a:t>Fear reduces digital confidence and silences voices.</a:t>
            </a:r>
          </a:p>
          <a:p>
            <a:r>
              <a:rPr lang="en-IN" dirty="0"/>
              <a:t>Current tools are too technical, reactive, and not women-focused</a:t>
            </a:r>
          </a:p>
          <a:p>
            <a:pPr lvl="6">
              <a:defRPr sz="2000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70550B-371F-6504-AAB5-C4FECE5DB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709" y="1024244"/>
            <a:ext cx="5731510" cy="145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EDC9B13-0213-F16D-7E9E-2B826F5AD281}"/>
              </a:ext>
            </a:extLst>
          </p:cNvPr>
          <p:cNvSpPr/>
          <p:nvPr/>
        </p:nvSpPr>
        <p:spPr>
          <a:xfrm>
            <a:off x="329380" y="2758844"/>
            <a:ext cx="2192594" cy="355927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Title – </a:t>
            </a:r>
            <a:r>
              <a:rPr lang="en-IN" dirty="0" err="1"/>
              <a:t>SafeHerNet</a:t>
            </a:r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i="1" u="sng" dirty="0"/>
              <a:t>By Team</a:t>
            </a:r>
          </a:p>
          <a:p>
            <a:pPr algn="ctr"/>
            <a:r>
              <a:rPr lang="en-IN" dirty="0"/>
              <a:t>Emergers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1.A Ramya</a:t>
            </a:r>
          </a:p>
          <a:p>
            <a:pPr algn="ctr"/>
            <a:r>
              <a:rPr lang="en-IN" dirty="0"/>
              <a:t>2.Ramya Devi K</a:t>
            </a:r>
          </a:p>
          <a:p>
            <a:pPr algn="ctr"/>
            <a:r>
              <a:rPr lang="en-IN" dirty="0"/>
              <a:t>3.Sudha SP</a:t>
            </a:r>
          </a:p>
          <a:p>
            <a:pPr algn="ctr"/>
            <a:r>
              <a:rPr lang="en-IN" dirty="0"/>
              <a:t>4.Meenakshi 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5CBF12-5E6F-32CD-C094-D01BABACB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58" y="265370"/>
            <a:ext cx="1365161" cy="6053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690256-63C7-86B9-4101-B5E69A2B6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81" y="163922"/>
            <a:ext cx="2086266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Introducing </a:t>
            </a:r>
            <a:r>
              <a:rPr dirty="0" err="1"/>
              <a:t>SafeHerNet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42DC1-7D5D-8041-0E2C-3AE8916E01D9}"/>
              </a:ext>
            </a:extLst>
          </p:cNvPr>
          <p:cNvSpPr/>
          <p:nvPr/>
        </p:nvSpPr>
        <p:spPr>
          <a:xfrm>
            <a:off x="314632" y="1417638"/>
            <a:ext cx="4355691" cy="48553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AI-powered Cyber Safety &amp; Empowerment platform for women.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Women-first, human-centered design.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Combines advanced AI with mentorship &amp; emotional support.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Goes beyond security—builds digital confidence.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Mission: Transform fear into leadership &amp; empowerment.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B184A-3D83-5497-39CB-02E775DA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31" y="1608991"/>
            <a:ext cx="4029637" cy="3915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SafeHerNet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4213122" cy="4525963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AI Shield: Blocks phishing, scams, and deepfakes in real time.</a:t>
            </a:r>
          </a:p>
          <a:p>
            <a:pPr>
              <a:defRPr sz="2000"/>
            </a:pPr>
            <a:r>
              <a:rPr dirty="0"/>
              <a:t>Digital Literacy Hub: Gamified, multilingual AR learning.</a:t>
            </a:r>
          </a:p>
          <a:p>
            <a:pPr>
              <a:defRPr sz="2000"/>
            </a:pPr>
            <a:r>
              <a:rPr dirty="0"/>
              <a:t>Secure Support System: Anonymous reporting + SOS help.</a:t>
            </a:r>
          </a:p>
          <a:p>
            <a:pPr>
              <a:defRPr sz="2000"/>
            </a:pPr>
            <a:r>
              <a:rPr dirty="0"/>
              <a:t>Digital Footprint Visualizer: Control your exposed data.</a:t>
            </a:r>
          </a:p>
          <a:p>
            <a:pPr>
              <a:defRPr sz="2000"/>
            </a:pPr>
            <a:r>
              <a:rPr dirty="0"/>
              <a:t>Emotion-Aware Chatbot + Cyber Leader Network: Support &amp; mentoring.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E01D3-4158-C4BE-1040-F8E39D3B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864" y="1600199"/>
            <a:ext cx="3637935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Makes </a:t>
            </a:r>
            <a:r>
              <a:rPr dirty="0" err="1"/>
              <a:t>SafeHerNet</a:t>
            </a:r>
            <a:r>
              <a:rPr dirty="0"/>
              <a:t> Different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F378A3-7B0A-8B33-B4CB-7E6A0DD31E9F}"/>
              </a:ext>
            </a:extLst>
          </p:cNvPr>
          <p:cNvSpPr/>
          <p:nvPr/>
        </p:nvSpPr>
        <p:spPr>
          <a:xfrm>
            <a:off x="157316" y="1317521"/>
            <a:ext cx="7757652" cy="47054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Women-centric design unlike generic tools.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Proactive </a:t>
            </a:r>
            <a:r>
              <a:rPr lang="en-IN" dirty="0" err="1"/>
              <a:t>defense</a:t>
            </a:r>
            <a:r>
              <a:rPr lang="en-IN" dirty="0"/>
              <a:t>—prevents harm, not just reacts.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Holistic: Safety, education, support &amp; leadership in one.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Combines cutting-edge AI with empathy-driven features.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Builds confidence, not just blocks threats.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Stories, Real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891" y="1600200"/>
            <a:ext cx="4478593" cy="4525963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Delhi student (2023) targeted by deepfake scam.</a:t>
            </a:r>
          </a:p>
          <a:p>
            <a:pPr>
              <a:defRPr sz="2000"/>
            </a:pPr>
            <a:r>
              <a:rPr dirty="0"/>
              <a:t>80% of women hesitate to report online abuse (Norton, 2022).</a:t>
            </a:r>
          </a:p>
          <a:p>
            <a:pPr>
              <a:defRPr sz="2000"/>
            </a:pPr>
            <a:r>
              <a:rPr dirty="0"/>
              <a:t>Cambridge Analytica exposed dangers of mass data misuse.</a:t>
            </a:r>
          </a:p>
          <a:p>
            <a:pPr>
              <a:defRPr sz="2000"/>
            </a:pPr>
            <a:r>
              <a:rPr dirty="0"/>
              <a:t>Rising cyber harassment limits women’s voices worldwide.</a:t>
            </a:r>
          </a:p>
          <a:p>
            <a:pPr>
              <a:defRPr sz="2000"/>
            </a:pPr>
            <a:r>
              <a:rPr dirty="0" err="1"/>
              <a:t>SafeHerNet</a:t>
            </a:r>
            <a:r>
              <a:rPr dirty="0"/>
              <a:t> directly addresses these urgent challenges.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0DEA6-87A5-8057-EB72-0D1012D0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549" y="1617406"/>
            <a:ext cx="4011560" cy="4100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Tech Behind the Vision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CD8E2E-879A-D759-1272-EDBA5E5D0E09}"/>
              </a:ext>
            </a:extLst>
          </p:cNvPr>
          <p:cNvSpPr/>
          <p:nvPr/>
        </p:nvSpPr>
        <p:spPr>
          <a:xfrm>
            <a:off x="88491" y="1417638"/>
            <a:ext cx="4375354" cy="43538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NLP Chatbot (Rasa, </a:t>
            </a:r>
            <a:r>
              <a:rPr lang="en-IN" dirty="0" err="1"/>
              <a:t>Dialogflow</a:t>
            </a:r>
            <a:r>
              <a:rPr lang="en-IN" dirty="0"/>
              <a:t>): Abuse &amp; stress analysis.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Blockchain + AES/RSA encryption: Secure IDs &amp; reporting.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Flutter/React + Unity/ARKit: App + gamified literacy.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    AI &amp; ML (TensorFlow, </a:t>
            </a:r>
            <a:r>
              <a:rPr lang="en-IN" dirty="0" err="1"/>
              <a:t>PyTorch</a:t>
            </a:r>
            <a:r>
              <a:rPr lang="en-IN" dirty="0"/>
              <a:t>, OpenCV): Threat detection.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Cloud + APIs (AWS, Azure, </a:t>
            </a:r>
            <a:r>
              <a:rPr lang="en-IN" dirty="0" err="1"/>
              <a:t>HaveIBeenPwned</a:t>
            </a:r>
            <a:r>
              <a:rPr lang="en-IN" dirty="0"/>
              <a:t>): Analytics dashboards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F9107E-FCD9-0621-07BE-994644716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639"/>
            <a:ext cx="4114800" cy="4796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Impact We Envision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Women feel safe, confident, and digitally empowered.</a:t>
            </a:r>
          </a:p>
          <a:p>
            <a:pPr>
              <a:defRPr sz="2000"/>
            </a:pPr>
            <a:r>
              <a:rPr dirty="0"/>
              <a:t>Encourages reporting without fear or stigma.</a:t>
            </a:r>
          </a:p>
          <a:p>
            <a:pPr>
              <a:defRPr sz="2000"/>
            </a:pPr>
            <a:r>
              <a:rPr dirty="0"/>
              <a:t>Builds resilience &amp; awareness through literacy &amp; support.</a:t>
            </a:r>
          </a:p>
          <a:p>
            <a:pPr>
              <a:defRPr sz="2000"/>
            </a:pPr>
            <a:r>
              <a:rPr dirty="0"/>
              <a:t>Creates future-ready women cyber leaders.</a:t>
            </a:r>
          </a:p>
          <a:p>
            <a:pPr>
              <a:defRPr sz="2000"/>
            </a:pPr>
            <a:r>
              <a:rPr dirty="0"/>
              <a:t>Vision: From vulnerable users → empowered changemakers.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396</Words>
  <Application>Microsoft Office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</vt:lpstr>
      <vt:lpstr>Introducing SafeHerNet</vt:lpstr>
      <vt:lpstr>How SafeHerNet Works</vt:lpstr>
      <vt:lpstr>What Makes SafeHerNet Different</vt:lpstr>
      <vt:lpstr>Real Stories, Real Need</vt:lpstr>
      <vt:lpstr>The Tech Behind the Vision</vt:lpstr>
      <vt:lpstr>The Impact We Envision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jeeva nandham</dc:creator>
  <cp:keywords/>
  <dc:description>generated using python-pptx</dc:description>
  <cp:lastModifiedBy>jeeva nandham</cp:lastModifiedBy>
  <cp:revision>2</cp:revision>
  <dcterms:created xsi:type="dcterms:W3CDTF">2013-01-27T09:14:16Z</dcterms:created>
  <dcterms:modified xsi:type="dcterms:W3CDTF">2025-09-21T16:42:30Z</dcterms:modified>
  <cp:category/>
</cp:coreProperties>
</file>